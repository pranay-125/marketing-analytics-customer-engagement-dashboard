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0" autoAdjust="0"/>
    <p:restoredTop sz="96236" autoAdjust="0"/>
  </p:normalViewPr>
  <p:slideViewPr>
    <p:cSldViewPr snapToGrid="0">
      <p:cViewPr varScale="1">
        <p:scale>
          <a:sx n="119" d="100"/>
          <a:sy n="119" d="100"/>
        </p:scale>
        <p:origin x="12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6/11/relationships/changesInfo" Target="changesInfos/changesInfo1.xml"/><Relationship Id="rId1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04.08.2024</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04.08.2024</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04.08.2024</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04.08.2024</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04.08.2024</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04.08.2024</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04.08.2024</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04.08.2024</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04.08.2024</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04.08.2024</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04.08.2024</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04.08.2024</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t>Marketing Analytics Business Case</a:t>
            </a:r>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t>Introduction to Business Problem</a:t>
            </a:r>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r>
              <a:t>ShopEasy,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
            <a:r>
              <a:t>Key Points:</a:t>
            </a:r>
          </a:p>
          <a:p>
            <a:r>
              <a:t>Reduced Customer Engagement: The number of customer interactions and engagement with the site and marketing content has declined.</a:t>
            </a:r>
          </a:p>
          <a:p>
            <a:r>
              <a:t>Decreased Conversion Rates: Fewer site visitors are converting into paying customers.</a:t>
            </a:r>
          </a:p>
          <a:p>
            <a:r>
              <a:t>High Marketing Expenses: Significant investments in marketing campaigns are not yielding expected returns.</a:t>
            </a:r>
          </a:p>
          <a:p>
            <a:r>
              <a:t>Need for Customer Feedback Analysis: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t>Subject: Request for Data Analysis to Improve Marketing Strategy</a:t>
            </a:r>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r>
              <a:t>Hi Data Analyst,</a:t>
            </a:r>
          </a:p>
          <a:p>
            <a:r>
              <a:t>I hope this email finds you well. I’m the Marketing Manager at ShopEasy. We’ve been facing some challenges with our marketing campaigns lately, and I’m reaching out to request your expertise in data analysis to help us identify areas for improvement.</a:t>
            </a:r>
          </a:p>
          <a:p>
            <a:r>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r>
              <a:t>We have data from various sources, including customer reviews, social media comments, and campaign performance metrics. Your insights will be invaluable in helping us turn this situation around.</a:t>
            </a:r>
          </a:p>
          <a:p>
            <a:r>
              <a:t>Looking forward to your response.</a:t>
            </a:r>
          </a:p>
          <a:p>
            <a:r>
              <a:t>Best regards,</a:t>
            </a:r>
            <a:br/>
            <a:r>
              <a:t>Jane Doe</a:t>
            </a:r>
            <a:br/>
            <a:r>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t>Subject: Request for Data Analysis to Improve Marketing Strategy</a:t>
            </a:r>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r>
              <a:t>Hi Data Analyst,</a:t>
            </a:r>
          </a:p>
          <a:p>
            <a:r>
              <a:t>I’m the Customer Experience Manager at ShopEasy, and I’m writing to seek your help with analyzing our customer feedback. Over the past few months, we’ve noticed a drop in customer engagement and satisfaction, which is impacting our overall conversion rates.</a:t>
            </a:r>
          </a:p>
          <a:p>
            <a:r>
              <a:t>We’ve gathered a significant amount of customer reviews and social media comments that highlight various issues and sentiments. We believe that by thoroughly analyzing this feedback, we can gain a better understanding of our customers' needs and pain points.</a:t>
            </a:r>
          </a:p>
          <a:p>
            <a:r>
              <a:t>Your expertise in data analysis will be crucial in helping us decode this feedback and provide actionable insights. We hope this will guide us in improving our customer experience and ultimately boost our engagement and conversion rates.</a:t>
            </a:r>
          </a:p>
          <a:p>
            <a:r>
              <a:t>Thank you for your assistance.</a:t>
            </a:r>
          </a:p>
          <a:p>
            <a:r>
              <a:t>Best regards,</a:t>
            </a:r>
            <a:br/>
            <a:r>
              <a:t>John Smith</a:t>
            </a:r>
            <a:br/>
            <a:r>
              <a:t>Customer Experience Manager</a:t>
            </a:r>
            <a:br/>
            <a:r>
              <a:t>ShopEasy</a:t>
            </a:r>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t>Key Performance Indicators (KPIs)</a:t>
            </a:r>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r>
              <a:t>Conversion Rate: Percentage of website visitors who make a purchase.</a:t>
            </a:r>
          </a:p>
          <a:p>
            <a:r>
              <a:t>Customer Engagement Rate: Level of interaction with marketing content (clicks, likes, comments).</a:t>
            </a:r>
          </a:p>
          <a:p>
            <a:r>
              <a:t>Average Order Value (AOV): Average amount spent by a customer per transaction.</a:t>
            </a:r>
          </a:p>
          <a:p>
            <a:r>
              <a:t>Customer Feedback Score: Average rating from customer reviews.</a:t>
            </a:r>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t>Goals</a:t>
            </a:r>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r>
              <a:t>Increase Conversion Rates:</a:t>
            </a:r>
          </a:p>
          <a:p>
            <a:r>
              <a:t>Goal: Identify factors impacting the conversion rate and provide recommendations to improve it.</a:t>
            </a:r>
          </a:p>
          <a:p>
            <a:r>
              <a:t>Insight: Highlight key stages where visitors drop off and suggest improvements to optimize the conversion funnel.</a:t>
            </a:r>
          </a:p>
          <a:p>
            <a:r>
              <a:t>Enhance Customer Engagement:</a:t>
            </a:r>
          </a:p>
          <a:p>
            <a:r>
              <a:t>Goal: Determine which types of content drive the highest engagement. </a:t>
            </a:r>
          </a:p>
          <a:p>
            <a:r>
              <a:t>Insight: Analyze interaction levels with different types of marketing content to inform better content strategies.</a:t>
            </a:r>
          </a:p>
          <a:p>
            <a:r>
              <a:t>Improve Customer Feedback Scores:</a:t>
            </a:r>
          </a:p>
          <a:p>
            <a:r>
              <a:t>Goal: Understand common themes in customer reviews and provide actionable insights.</a:t>
            </a:r>
          </a:p>
          <a:p>
            <a:r>
              <a:t>Insight: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449</TotalTime>
  <Words>614</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Ali Ahmad</cp:lastModifiedBy>
  <cp:revision>1</cp:revision>
  <dcterms:created xsi:type="dcterms:W3CDTF">2024-07-20T13:50:58Z</dcterms:created>
  <dcterms:modified xsi:type="dcterms:W3CDTF">2024-08-04T07:10:38Z</dcterms:modified>
</cp:coreProperties>
</file>