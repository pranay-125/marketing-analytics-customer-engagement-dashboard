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78A73C-2A17-A670-7B2C-65CDD479D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B831D0-439A-5F7E-D6CD-6EAA0452C0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0068BF"/>
      </a:accent1>
      <a:accent2>
        <a:srgbClr val="89C700"/>
      </a:accent2>
      <a:accent3>
        <a:srgbClr val="0884E3"/>
      </a:accent3>
      <a:accent4>
        <a:srgbClr val="FEA029"/>
      </a:accent4>
      <a:accent5>
        <a:srgbClr val="F07F79"/>
      </a:accent5>
      <a:accent6>
        <a:srgbClr val="95E1C1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pranay shrivastava</dc:creator>
  <cp:lastModifiedBy>pranay shrivastava</cp:lastModifiedBy>
  <cp:revision>1</cp:revision>
  <dcterms:modified xsi:type="dcterms:W3CDTF">2026-04-02T11:34:20Z</dcterms:modified>
</cp:coreProperties>
</file>